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17"/>
  </p:normalViewPr>
  <p:slideViewPr>
    <p:cSldViewPr snapToGrid="0">
      <p:cViewPr varScale="1">
        <p:scale>
          <a:sx n="93" d="100"/>
          <a:sy n="93" d="100"/>
        </p:scale>
        <p:origin x="216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362A6-3C48-AC08-53CB-23D6132EE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D6DB2D-969F-A65A-59D5-B21D4AA60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FE372-596F-84BA-7BAA-2599076F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B62C-1B2D-DB4B-A1B9-2317584B93C5}" type="datetimeFigureOut">
              <a:rPr lang="en-US" smtClean="0"/>
              <a:t>10/6/24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DC448-8F55-E795-2536-7F0F8E2FE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EBF8E-3140-BDCE-5ACD-86F1CE649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319C7-3058-7A48-B7CA-69A437598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224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7FF40-F476-DDEA-74BA-FCC972D60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B73E0-15B6-6677-BDF2-4EEB1A35A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3AA0F-D30B-6931-28DD-9A2F70D35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B62C-1B2D-DB4B-A1B9-2317584B93C5}" type="datetimeFigureOut">
              <a:rPr lang="en-US" smtClean="0"/>
              <a:t>10/6/24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7EC46-DAB4-AA5D-53FD-A0398DFA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EC075-B04D-4F53-02AC-1CDB9CDE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319C7-3058-7A48-B7CA-69A437598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62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C6B7-A0DD-D2F0-1388-EDB2FAEBF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C91E2-D2FD-2A86-92AF-A2631A1B4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B238D-B9FB-02AD-CCC1-55CEA8335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B62C-1B2D-DB4B-A1B9-2317584B93C5}" type="datetimeFigureOut">
              <a:rPr lang="en-US" smtClean="0"/>
              <a:t>10/6/24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6CB1A-7E2C-C3FC-5581-F247725B7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A3810-F53A-362F-9DD3-27BDF6DA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319C7-3058-7A48-B7CA-69A437598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297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D66D4-D3FD-09E7-68E2-A412E6FC6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8F9ED-3954-4A83-43E5-3C414454FE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26917-CDAD-1171-3C3E-C13FF143E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0ED7D-2E2A-73B0-0D1B-2420289F7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B62C-1B2D-DB4B-A1B9-2317584B93C5}" type="datetimeFigureOut">
              <a:rPr lang="en-US" smtClean="0"/>
              <a:t>10/6/24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519D4-6A32-FA6C-2449-C0859A7E6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D6CBC-97CB-8825-83FC-FDE1C9DE8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319C7-3058-7A48-B7CA-69A437598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08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7A8E5-6A08-FBB4-702D-2E6ECC8FF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A5CF3-7B26-3B30-9960-D3DAA288C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CE5F3A-DB0E-59DA-94AC-710041941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ED4BF1-3A29-06A1-D148-D8829243BB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0A7BB-16FC-582B-5D03-5F6E90200A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9DD11A-534B-C94F-E2EA-4267DB468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B62C-1B2D-DB4B-A1B9-2317584B93C5}" type="datetimeFigureOut">
              <a:rPr lang="en-US" smtClean="0"/>
              <a:t>10/6/24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D95F0E-206F-1598-2CE2-752D955AC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A82CD5-2B30-080C-7F4B-9E3DEFD4F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319C7-3058-7A48-B7CA-69A437598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151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48D6D-CDC2-984B-44B2-E368F2424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79FDC4-8084-D1F7-DA39-6E3F90C2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B62C-1B2D-DB4B-A1B9-2317584B93C5}" type="datetimeFigureOut">
              <a:rPr lang="en-US" smtClean="0"/>
              <a:t>10/6/24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BB8E2-2D4B-60C4-CFCF-F90DFDE8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115A69-B687-5998-900B-06B1D7302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319C7-3058-7A48-B7CA-69A437598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052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4FDA6D-347D-37D6-3756-56AB536A1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B62C-1B2D-DB4B-A1B9-2317584B93C5}" type="datetimeFigureOut">
              <a:rPr lang="en-US" smtClean="0"/>
              <a:t>10/6/24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02462-4A76-7282-8F99-8317FF162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B2E6A-16C3-B0EE-E291-DAA0CBA2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319C7-3058-7A48-B7CA-69A437598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517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F70D9-EFC5-B6F7-ACB4-309E2D370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3839C-06BD-EEA7-E285-28439EFBF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AD342-2E9D-9158-CB71-9CFAE8C63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E0776-3045-9BB9-5A34-F6936C5C9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B62C-1B2D-DB4B-A1B9-2317584B93C5}" type="datetimeFigureOut">
              <a:rPr lang="en-US" smtClean="0"/>
              <a:t>10/6/24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CE702-87D8-76D7-3206-311BB2952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7E51B-A35E-598D-456F-7E4070596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319C7-3058-7A48-B7CA-69A437598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65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513E1-B6DA-989F-2569-FD028D8D7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EB68E0-8D68-9E76-DA13-9F332A8374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52811-C2AA-F242-7A2E-E1124D218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E1F46-3A0D-8238-6B09-C81887F67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B62C-1B2D-DB4B-A1B9-2317584B93C5}" type="datetimeFigureOut">
              <a:rPr lang="en-US" smtClean="0"/>
              <a:t>10/6/24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F8F0D-3D98-187C-ACAA-8E81FDF59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47D11-15DA-77BF-512C-C763145DB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319C7-3058-7A48-B7CA-69A437598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844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448C4-C044-B693-0B80-08069DEC2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61D53B-12BE-7586-84BB-D0A5B4EDE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A32EE-ECFF-FC67-24D7-4A43A9912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B62C-1B2D-DB4B-A1B9-2317584B93C5}" type="datetimeFigureOut">
              <a:rPr lang="en-US" smtClean="0"/>
              <a:t>10/6/24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FF9CC-4C4B-BDAD-7144-80512BAF6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51A1F-9221-71E6-929F-D5FDE0C99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319C7-3058-7A48-B7CA-69A437598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23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612E21-36E3-794A-D37F-E9ED77BE6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1D11FF-4321-F501-5561-21C458849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58E22-7B1D-9DED-639F-8FAB126AC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B62C-1B2D-DB4B-A1B9-2317584B93C5}" type="datetimeFigureOut">
              <a:rPr lang="en-US" smtClean="0"/>
              <a:t>10/6/24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66D3B-B363-50CC-3032-7AB42466E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D0A6A-0CC1-F895-1D2F-A31ED75C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319C7-3058-7A48-B7CA-69A437598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11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CB3D2-2871-CC45-6C51-7FEC7D3E9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93DD2-D2D0-1118-235F-EEDB8CE22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A42DD-0AE8-0820-CC30-E055EBF858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91B62C-1B2D-DB4B-A1B9-2317584B93C5}" type="datetimeFigureOut">
              <a:rPr lang="en-US" smtClean="0"/>
              <a:t>10/6/24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E095B-A311-9196-9F66-64656074D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DD413-F906-08AA-11C1-FD9A7135BE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D319C7-3058-7A48-B7CA-69A437598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910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2F1A667-287A-BEC4-A7A2-EA93D0B5B35B}"/>
              </a:ext>
            </a:extLst>
          </p:cNvPr>
          <p:cNvGrpSpPr/>
          <p:nvPr/>
        </p:nvGrpSpPr>
        <p:grpSpPr>
          <a:xfrm>
            <a:off x="4250105" y="181770"/>
            <a:ext cx="3548198" cy="2627937"/>
            <a:chOff x="7016496" y="59436"/>
            <a:chExt cx="4108704" cy="375361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280448C-D307-0900-0EE3-ADABF5F5FA82}"/>
                </a:ext>
              </a:extLst>
            </p:cNvPr>
            <p:cNvSpPr/>
            <p:nvPr/>
          </p:nvSpPr>
          <p:spPr>
            <a:xfrm>
              <a:off x="7016496" y="59436"/>
              <a:ext cx="4108704" cy="37536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B610D4F-9032-5555-4939-D989DD056D09}"/>
                </a:ext>
              </a:extLst>
            </p:cNvPr>
            <p:cNvSpPr txBox="1"/>
            <p:nvPr/>
          </p:nvSpPr>
          <p:spPr>
            <a:xfrm>
              <a:off x="7156704" y="234172"/>
              <a:ext cx="2591592" cy="5275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Animal Management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6523363-49FD-F740-B4EE-967B617A325C}"/>
                </a:ext>
              </a:extLst>
            </p:cNvPr>
            <p:cNvSpPr/>
            <p:nvPr/>
          </p:nvSpPr>
          <p:spPr>
            <a:xfrm>
              <a:off x="7376160" y="1197102"/>
              <a:ext cx="1503206" cy="133173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Animal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8C68C86-A1B3-3D56-25D6-F1A181D9F98B}"/>
                </a:ext>
              </a:extLst>
            </p:cNvPr>
            <p:cNvSpPr/>
            <p:nvPr/>
          </p:nvSpPr>
          <p:spPr>
            <a:xfrm>
              <a:off x="9239030" y="1197102"/>
              <a:ext cx="1503206" cy="133173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Animal Manager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D39D4E-7C15-02AF-72EB-2080B28CF854}"/>
              </a:ext>
            </a:extLst>
          </p:cNvPr>
          <p:cNvGrpSpPr/>
          <p:nvPr/>
        </p:nvGrpSpPr>
        <p:grpSpPr>
          <a:xfrm>
            <a:off x="550815" y="2950351"/>
            <a:ext cx="4020312" cy="3672860"/>
            <a:chOff x="311987" y="2947652"/>
            <a:chExt cx="4020312" cy="36728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4F2E956-2A5A-55CC-41F2-118854F85BA7}"/>
                </a:ext>
              </a:extLst>
            </p:cNvPr>
            <p:cNvSpPr/>
            <p:nvPr/>
          </p:nvSpPr>
          <p:spPr>
            <a:xfrm>
              <a:off x="311987" y="2947652"/>
              <a:ext cx="4020312" cy="36728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E9CF1BE-3598-2E02-3129-1C1CCCAC8404}"/>
                </a:ext>
              </a:extLst>
            </p:cNvPr>
            <p:cNvSpPr txBox="1"/>
            <p:nvPr/>
          </p:nvSpPr>
          <p:spPr>
            <a:xfrm>
              <a:off x="449179" y="3118629"/>
              <a:ext cx="19763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Migration Tracking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CD7BDD4-62AE-0217-F1EA-DB2481750570}"/>
                </a:ext>
              </a:extLst>
            </p:cNvPr>
            <p:cNvSpPr/>
            <p:nvPr/>
          </p:nvSpPr>
          <p:spPr>
            <a:xfrm>
              <a:off x="449179" y="3520534"/>
              <a:ext cx="1470867" cy="13030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Migration Path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987518C-E6B1-F899-A394-7E470330C909}"/>
                </a:ext>
              </a:extLst>
            </p:cNvPr>
            <p:cNvSpPr/>
            <p:nvPr/>
          </p:nvSpPr>
          <p:spPr>
            <a:xfrm>
              <a:off x="2587179" y="3507156"/>
              <a:ext cx="1470867" cy="13030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Migration Manager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0AB4D7D-EE2F-1E09-83D0-157323D0FB2C}"/>
                </a:ext>
              </a:extLst>
            </p:cNvPr>
            <p:cNvSpPr/>
            <p:nvPr/>
          </p:nvSpPr>
          <p:spPr>
            <a:xfrm>
              <a:off x="1546417" y="5057145"/>
              <a:ext cx="1470867" cy="13030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Migration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4CE96EC-4233-ED2D-721F-74C0A4F65C7B}"/>
              </a:ext>
            </a:extLst>
          </p:cNvPr>
          <p:cNvGrpSpPr/>
          <p:nvPr/>
        </p:nvGrpSpPr>
        <p:grpSpPr>
          <a:xfrm>
            <a:off x="7159559" y="3429000"/>
            <a:ext cx="3548198" cy="2627937"/>
            <a:chOff x="7016496" y="59436"/>
            <a:chExt cx="4108704" cy="375361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E54E5C1-4C28-8062-32A1-4ABABB280823}"/>
                </a:ext>
              </a:extLst>
            </p:cNvPr>
            <p:cNvSpPr/>
            <p:nvPr/>
          </p:nvSpPr>
          <p:spPr>
            <a:xfrm>
              <a:off x="7016496" y="59436"/>
              <a:ext cx="4108704" cy="37536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931EDA0-F3D2-EBF3-56AD-D3226F8D10B6}"/>
                </a:ext>
              </a:extLst>
            </p:cNvPr>
            <p:cNvSpPr txBox="1"/>
            <p:nvPr/>
          </p:nvSpPr>
          <p:spPr>
            <a:xfrm>
              <a:off x="7156704" y="234172"/>
              <a:ext cx="2643863" cy="5275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Habitat Management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CF399FD-31CF-37E6-2115-44E43F4BCF98}"/>
                </a:ext>
              </a:extLst>
            </p:cNvPr>
            <p:cNvSpPr/>
            <p:nvPr/>
          </p:nvSpPr>
          <p:spPr>
            <a:xfrm>
              <a:off x="7376160" y="1197102"/>
              <a:ext cx="1503206" cy="133173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Habitat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266E842-39FC-F447-E3FF-E99381586EBC}"/>
                </a:ext>
              </a:extLst>
            </p:cNvPr>
            <p:cNvSpPr/>
            <p:nvPr/>
          </p:nvSpPr>
          <p:spPr>
            <a:xfrm>
              <a:off x="9239030" y="1197102"/>
              <a:ext cx="1503206" cy="133173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Habitat Manager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7012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CF89AF2-BACE-C892-56C1-0380B9DAAB72}"/>
              </a:ext>
            </a:extLst>
          </p:cNvPr>
          <p:cNvGrpSpPr/>
          <p:nvPr/>
        </p:nvGrpSpPr>
        <p:grpSpPr>
          <a:xfrm>
            <a:off x="622022" y="1305050"/>
            <a:ext cx="3512368" cy="3104329"/>
            <a:chOff x="216408" y="59436"/>
            <a:chExt cx="4108704" cy="375361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7CDADF1-35AF-D2E5-63C2-4E262529877F}"/>
                </a:ext>
              </a:extLst>
            </p:cNvPr>
            <p:cNvSpPr/>
            <p:nvPr/>
          </p:nvSpPr>
          <p:spPr>
            <a:xfrm>
              <a:off x="440028" y="1213671"/>
              <a:ext cx="1667729" cy="14774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Animal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513781-8BC5-C6FD-62E5-8069B70B5EB5}"/>
                </a:ext>
              </a:extLst>
            </p:cNvPr>
            <p:cNvSpPr/>
            <p:nvPr/>
          </p:nvSpPr>
          <p:spPr>
            <a:xfrm>
              <a:off x="216408" y="59436"/>
              <a:ext cx="4108704" cy="37536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63F7DA-E1D5-1AB3-65A9-1726D8008EE6}"/>
                </a:ext>
              </a:extLst>
            </p:cNvPr>
            <p:cNvSpPr txBox="1"/>
            <p:nvPr/>
          </p:nvSpPr>
          <p:spPr>
            <a:xfrm>
              <a:off x="356616" y="234171"/>
              <a:ext cx="2618029" cy="4465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Animal Management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80CF7F8-855C-7D81-E3B5-395643B85BFE}"/>
                </a:ext>
              </a:extLst>
            </p:cNvPr>
            <p:cNvSpPr/>
            <p:nvPr/>
          </p:nvSpPr>
          <p:spPr>
            <a:xfrm>
              <a:off x="2410033" y="1220113"/>
              <a:ext cx="1667729" cy="14774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Animal Manager</a:t>
              </a: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282239-5FE9-862F-9CAF-D77392109306}"/>
              </a:ext>
            </a:extLst>
          </p:cNvPr>
          <p:cNvCxnSpPr>
            <a:cxnSpLocks/>
          </p:cNvCxnSpPr>
          <p:nvPr/>
        </p:nvCxnSpPr>
        <p:spPr>
          <a:xfrm>
            <a:off x="4134390" y="2331720"/>
            <a:ext cx="31723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6D935D3-B872-FE1F-516F-40A2618618F6}"/>
              </a:ext>
            </a:extLst>
          </p:cNvPr>
          <p:cNvSpPr txBox="1"/>
          <p:nvPr/>
        </p:nvSpPr>
        <p:spPr>
          <a:xfrm>
            <a:off x="4122346" y="1603167"/>
            <a:ext cx="609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D4D4D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assign_animals_to_habitat</a:t>
            </a:r>
            <a:endParaRPr lang="en-US" sz="1600" b="0" dirty="0">
              <a:solidFill>
                <a:srgbClr val="D4D4D4"/>
              </a:solidFill>
              <a:effectLst/>
              <a:highlight>
                <a:srgbClr val="1E1E1E"/>
              </a:highlight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5EEE59-A974-B565-5BB2-E4219473B104}"/>
              </a:ext>
            </a:extLst>
          </p:cNvPr>
          <p:cNvSpPr txBox="1"/>
          <p:nvPr/>
        </p:nvSpPr>
        <p:spPr>
          <a:xfrm>
            <a:off x="4122346" y="1911804"/>
            <a:ext cx="609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 err="1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get_animals_in_habitat</a:t>
            </a:r>
            <a:endParaRPr lang="en-US" sz="1600" b="0" dirty="0">
              <a:solidFill>
                <a:srgbClr val="D4D4D4"/>
              </a:solidFill>
              <a:effectLst/>
              <a:highlight>
                <a:srgbClr val="1E1E1E"/>
              </a:highlight>
              <a:latin typeface="Consolas" panose="020B06090202040302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49854E6-7ABC-79F8-18D9-0A9D7E0F9845}"/>
              </a:ext>
            </a:extLst>
          </p:cNvPr>
          <p:cNvGrpSpPr/>
          <p:nvPr/>
        </p:nvGrpSpPr>
        <p:grpSpPr>
          <a:xfrm>
            <a:off x="7306712" y="1320245"/>
            <a:ext cx="4143408" cy="3104329"/>
            <a:chOff x="7016496" y="59436"/>
            <a:chExt cx="4108704" cy="375361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AC96795-02CC-15EE-094C-1E0E721A1BAC}"/>
                </a:ext>
              </a:extLst>
            </p:cNvPr>
            <p:cNvSpPr/>
            <p:nvPr/>
          </p:nvSpPr>
          <p:spPr>
            <a:xfrm>
              <a:off x="7016496" y="59436"/>
              <a:ext cx="4108704" cy="37536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D3F89F2-DCA8-D001-022C-FBCCED87C8DD}"/>
                </a:ext>
              </a:extLst>
            </p:cNvPr>
            <p:cNvSpPr txBox="1"/>
            <p:nvPr/>
          </p:nvSpPr>
          <p:spPr>
            <a:xfrm>
              <a:off x="7156704" y="234172"/>
              <a:ext cx="2264066" cy="4465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Habitat Management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C3BD4E0-F6A4-7D10-29D4-409698EA2251}"/>
                </a:ext>
              </a:extLst>
            </p:cNvPr>
            <p:cNvSpPr/>
            <p:nvPr/>
          </p:nvSpPr>
          <p:spPr>
            <a:xfrm>
              <a:off x="7376160" y="1197102"/>
              <a:ext cx="1503206" cy="133173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Habitat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4D10EE-EC3C-A917-5172-C32E6DDBE6BA}"/>
                </a:ext>
              </a:extLst>
            </p:cNvPr>
            <p:cNvSpPr/>
            <p:nvPr/>
          </p:nvSpPr>
          <p:spPr>
            <a:xfrm>
              <a:off x="9239030" y="1197102"/>
              <a:ext cx="1503206" cy="133173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Habitat Manager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7574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D911C-1098-988E-3CCD-91EF4763D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C011451-A0C0-ACBB-ACA0-458D57DA17FE}"/>
              </a:ext>
            </a:extLst>
          </p:cNvPr>
          <p:cNvGrpSpPr/>
          <p:nvPr/>
        </p:nvGrpSpPr>
        <p:grpSpPr>
          <a:xfrm>
            <a:off x="400046" y="1450135"/>
            <a:ext cx="3512368" cy="3104329"/>
            <a:chOff x="216408" y="59436"/>
            <a:chExt cx="4108704" cy="375361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7F87D6-D90E-6F4E-519A-A458B41EDFA0}"/>
                </a:ext>
              </a:extLst>
            </p:cNvPr>
            <p:cNvSpPr/>
            <p:nvPr/>
          </p:nvSpPr>
          <p:spPr>
            <a:xfrm>
              <a:off x="440028" y="1213671"/>
              <a:ext cx="1667729" cy="14774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Habitat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A5A7B4A-E7A3-BA74-6473-47C41729210D}"/>
                </a:ext>
              </a:extLst>
            </p:cNvPr>
            <p:cNvSpPr/>
            <p:nvPr/>
          </p:nvSpPr>
          <p:spPr>
            <a:xfrm>
              <a:off x="216408" y="59436"/>
              <a:ext cx="4108704" cy="37536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17E7C0-8536-B87A-8924-752BB61785B6}"/>
                </a:ext>
              </a:extLst>
            </p:cNvPr>
            <p:cNvSpPr txBox="1"/>
            <p:nvPr/>
          </p:nvSpPr>
          <p:spPr>
            <a:xfrm>
              <a:off x="356616" y="234171"/>
              <a:ext cx="2670833" cy="4465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Habitat Management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EEF0673-3244-AB1F-EDDF-8FF397A2BA0A}"/>
                </a:ext>
              </a:extLst>
            </p:cNvPr>
            <p:cNvSpPr/>
            <p:nvPr/>
          </p:nvSpPr>
          <p:spPr>
            <a:xfrm>
              <a:off x="2410033" y="1220113"/>
              <a:ext cx="1667729" cy="14774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Habitat Manager</a:t>
              </a: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8E9219C-8B07-F08B-15CC-392642BEC74B}"/>
              </a:ext>
            </a:extLst>
          </p:cNvPr>
          <p:cNvCxnSpPr>
            <a:cxnSpLocks/>
          </p:cNvCxnSpPr>
          <p:nvPr/>
        </p:nvCxnSpPr>
        <p:spPr>
          <a:xfrm>
            <a:off x="3912414" y="2951037"/>
            <a:ext cx="35792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E24D8B5-2121-1A0F-9D66-4CC8D7F36365}"/>
              </a:ext>
            </a:extLst>
          </p:cNvPr>
          <p:cNvSpPr txBox="1"/>
          <p:nvPr/>
        </p:nvSpPr>
        <p:spPr>
          <a:xfrm>
            <a:off x="3967759" y="2153296"/>
            <a:ext cx="6094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D4D4D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create_migration_path</a:t>
            </a:r>
            <a:endParaRPr lang="en-US" sz="1200" b="0" dirty="0">
              <a:solidFill>
                <a:srgbClr val="D4D4D4"/>
              </a:solidFill>
              <a:effectLst/>
              <a:highlight>
                <a:srgbClr val="1E1E1E"/>
              </a:highlight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D2C601-0AF9-0A45-E2C3-55BA9E68EFE5}"/>
              </a:ext>
            </a:extLst>
          </p:cNvPr>
          <p:cNvSpPr txBox="1"/>
          <p:nvPr/>
        </p:nvSpPr>
        <p:spPr>
          <a:xfrm>
            <a:off x="3967759" y="2367157"/>
            <a:ext cx="6094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D4D4D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get_migration_paths_by_destination</a:t>
            </a:r>
            <a:endParaRPr lang="en-US" sz="1200" b="0" dirty="0">
              <a:solidFill>
                <a:srgbClr val="D4D4D4"/>
              </a:solidFill>
              <a:effectLst/>
              <a:highlight>
                <a:srgbClr val="1E1E1E"/>
              </a:highlight>
              <a:latin typeface="Consolas" panose="020B06090202040302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5B000D9-A726-3E3D-8D66-923CEC803BBE}"/>
              </a:ext>
            </a:extLst>
          </p:cNvPr>
          <p:cNvGrpSpPr/>
          <p:nvPr/>
        </p:nvGrpSpPr>
        <p:grpSpPr>
          <a:xfrm>
            <a:off x="7580478" y="1179247"/>
            <a:ext cx="4020312" cy="3672860"/>
            <a:chOff x="311987" y="2947652"/>
            <a:chExt cx="4020312" cy="36728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0DA2904-2AA5-16A8-3555-7030F186CACE}"/>
                </a:ext>
              </a:extLst>
            </p:cNvPr>
            <p:cNvSpPr/>
            <p:nvPr/>
          </p:nvSpPr>
          <p:spPr>
            <a:xfrm>
              <a:off x="311987" y="2947652"/>
              <a:ext cx="4020312" cy="36728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A0FC19-FE85-4EF1-E7B2-4613B5E8D738}"/>
                </a:ext>
              </a:extLst>
            </p:cNvPr>
            <p:cNvSpPr txBox="1"/>
            <p:nvPr/>
          </p:nvSpPr>
          <p:spPr>
            <a:xfrm>
              <a:off x="449179" y="3118629"/>
              <a:ext cx="19763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Migration Tracking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8A82459-5C20-BD34-753B-8460DB65DB01}"/>
                </a:ext>
              </a:extLst>
            </p:cNvPr>
            <p:cNvSpPr/>
            <p:nvPr/>
          </p:nvSpPr>
          <p:spPr>
            <a:xfrm>
              <a:off x="449179" y="3520534"/>
              <a:ext cx="1470867" cy="13030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Migration Path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715EEA8-2841-16DB-4FE8-92D1B96024EF}"/>
                </a:ext>
              </a:extLst>
            </p:cNvPr>
            <p:cNvSpPr/>
            <p:nvPr/>
          </p:nvSpPr>
          <p:spPr>
            <a:xfrm>
              <a:off x="2587179" y="3507156"/>
              <a:ext cx="1470867" cy="13030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Migration Manager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8DDEBF-1591-AC98-659F-62359932D658}"/>
                </a:ext>
              </a:extLst>
            </p:cNvPr>
            <p:cNvSpPr/>
            <p:nvPr/>
          </p:nvSpPr>
          <p:spPr>
            <a:xfrm>
              <a:off x="1546417" y="5057145"/>
              <a:ext cx="1470867" cy="13030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Migration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9EF1D54-6963-5770-EA78-A9A7D80E1E03}"/>
              </a:ext>
            </a:extLst>
          </p:cNvPr>
          <p:cNvSpPr txBox="1"/>
          <p:nvPr/>
        </p:nvSpPr>
        <p:spPr>
          <a:xfrm>
            <a:off x="3967759" y="2585497"/>
            <a:ext cx="6094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D4D4D4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get_migration_paths_by_start_location</a:t>
            </a:r>
            <a:endParaRPr lang="en-US" sz="1200" b="0" dirty="0">
              <a:solidFill>
                <a:srgbClr val="D4D4D4"/>
              </a:solidFill>
              <a:effectLst/>
              <a:highlight>
                <a:srgbClr val="1E1E1E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553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78</Words>
  <Application>Microsoft Macintosh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Sull, Brian</dc:creator>
  <cp:lastModifiedBy>Sull, Brian</cp:lastModifiedBy>
  <cp:revision>1</cp:revision>
  <dcterms:created xsi:type="dcterms:W3CDTF">2024-10-06T19:41:20Z</dcterms:created>
  <dcterms:modified xsi:type="dcterms:W3CDTF">2024-10-06T20:09:12Z</dcterms:modified>
</cp:coreProperties>
</file>